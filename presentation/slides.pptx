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2173D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389120"/>
            <a:ext cx="5029200" cy="5029200"/>
          </a:xfrm>
          <a:prstGeom prst="ellipse">
            <a:avLst/>
          </a:prstGeom>
          <a:solidFill>
            <a:srgbClr val="1217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" y="108447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DEVOPS — PROJECT 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Instrumented &amp; Monitored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Service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Inventory API — structured logging, custom metrics, a Golden Signals dashboard, tiered alerting, and three real, investigated failure scenarios on AWS.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Adnan Nooruddin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eu-north-1 (Stockholm)  ·  EC2 + CloudWatch  ·  Terraform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Assignment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first, application complexity last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64208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2704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web app to EC2/ECS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2139696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02536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logs -&gt; CloudWatch Logs, with correlation IDs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615184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478024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/ WARN / INFO log levels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309067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5351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custom metrics, including real business metrics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356616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290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dashboard covering the Golden Signals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041648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90448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memory / disk monitoring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4517136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379976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tiered CloudWatch alarms -&gt; SNS -&gt; email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94360" y="4992624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855464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failure scenarios, investigated and documented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269480" y="1737360"/>
            <a:ext cx="4389120" cy="4251960"/>
          </a:xfrm>
          <a:prstGeom prst="roundRect">
            <a:avLst>
              <a:gd name="adj" fmla="val 30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06840" y="2057400"/>
            <a:ext cx="914400" cy="9144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4584" y="2295144"/>
            <a:ext cx="438912" cy="43891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543800" y="3127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guiding principle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543800" y="35204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"Simple application + strong observability beats complex application + weak observability."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543800" y="5074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database, no Docker/ECS, no load balancer, no auto-scaling — every ounce of effort went into logs, metrics, dashboard, alerting.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Inventory Service — Instrumented &amp; Monitored Cloud Service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EC2 instance, one CloudWatch Agent, the full observability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1783080" cy="2331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2173D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8700" y="2350008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8895" y="2540203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" y="3227832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94360" y="3685032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order-service + inventory-service (pm2)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295144" y="3232404"/>
            <a:ext cx="118872" cy="16459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0" name="Shape 7"/>
          <p:cNvSpPr/>
          <p:nvPr/>
        </p:nvSpPr>
        <p:spPr>
          <a:xfrm>
            <a:off x="2423160" y="2148840"/>
            <a:ext cx="1783080" cy="2331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2173D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48940" y="2350008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135" y="2540203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96312" y="3227832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Agent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514600" y="3685032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· StatsD metrics · CPU/mem/disk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215384" y="3232404"/>
            <a:ext cx="118872" cy="16459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6" name="Shape 12"/>
          <p:cNvSpPr/>
          <p:nvPr/>
        </p:nvSpPr>
        <p:spPr>
          <a:xfrm>
            <a:off x="4343400" y="2148840"/>
            <a:ext cx="1783080" cy="2331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2173D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69180" y="2350008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375" y="2540203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16552" y="3227832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434840" y="3685032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+ Metrics (namespace P2OrderInventory)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135624" y="3232404"/>
            <a:ext cx="118872" cy="16459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2" name="Shape 17"/>
          <p:cNvSpPr/>
          <p:nvPr/>
        </p:nvSpPr>
        <p:spPr>
          <a:xfrm>
            <a:off x="6263640" y="2148840"/>
            <a:ext cx="1783080" cy="2331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2173D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89420" y="2350008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9615" y="2540203"/>
            <a:ext cx="351130" cy="35113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36792" y="3227832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355080" y="3685032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widgets, Golden Signals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8055864" y="3232404"/>
            <a:ext cx="118872" cy="16459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8" name="Shape 22"/>
          <p:cNvSpPr/>
          <p:nvPr/>
        </p:nvSpPr>
        <p:spPr>
          <a:xfrm>
            <a:off x="8183880" y="2148840"/>
            <a:ext cx="1783080" cy="2331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2173D">
                <a:alpha val="1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709660" y="2350008"/>
            <a:ext cx="731520" cy="73152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9855" y="2540203"/>
            <a:ext cx="351130" cy="35113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257032" y="3227832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275320" y="3685032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tiered, warning/critical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9976104" y="3232404"/>
            <a:ext cx="118872" cy="16459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34" name="Shape 27"/>
          <p:cNvSpPr/>
          <p:nvPr/>
        </p:nvSpPr>
        <p:spPr>
          <a:xfrm>
            <a:off x="10104120" y="2148840"/>
            <a:ext cx="1783080" cy="2331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2173D">
                <a:alpha val="1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629900" y="2350008"/>
            <a:ext cx="731520" cy="73152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0095" y="2540203"/>
            <a:ext cx="351130" cy="35113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177272" y="3227832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-&gt; Email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10195560" y="3685032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502920" y="4892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t3.micro</a:t>
            </a:r>
            <a:endParaRPr lang="en-US" sz="2000" dirty="0"/>
          </a:p>
        </p:txBody>
      </p:sp>
      <p:sp>
        <p:nvSpPr>
          <p:cNvPr id="40" name="Text 32"/>
          <p:cNvSpPr/>
          <p:nvPr/>
        </p:nvSpPr>
        <p:spPr>
          <a:xfrm>
            <a:off x="502920" y="5349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2023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3383280" y="4892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:3000 only</a:t>
            </a:r>
            <a:endParaRPr lang="en-US" sz="2000" dirty="0"/>
          </a:p>
        </p:txBody>
      </p:sp>
      <p:sp>
        <p:nvSpPr>
          <p:cNvPr id="42" name="Text 34"/>
          <p:cNvSpPr/>
          <p:nvPr/>
        </p:nvSpPr>
        <p:spPr>
          <a:xfrm>
            <a:off x="3383280" y="5349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port — no SSH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6263640" y="4892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SSM</a:t>
            </a:r>
            <a:endParaRPr lang="en-US" sz="2000" dirty="0"/>
          </a:p>
        </p:txBody>
      </p:sp>
      <p:sp>
        <p:nvSpPr>
          <p:cNvPr id="44" name="Text 36"/>
          <p:cNvSpPr/>
          <p:nvPr/>
        </p:nvSpPr>
        <p:spPr>
          <a:xfrm>
            <a:off x="6263640" y="5349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Manager access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9144000" y="4892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</a:t>
            </a:r>
            <a:endParaRPr lang="en-US" sz="2000" dirty="0"/>
          </a:p>
        </p:txBody>
      </p:sp>
      <p:sp>
        <p:nvSpPr>
          <p:cNvPr id="46" name="Text 38"/>
          <p:cNvSpPr/>
          <p:nvPr/>
        </p:nvSpPr>
        <p:spPr>
          <a:xfrm>
            <a:off x="9144000" y="5349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EC2, IAM, SG, SNS, alarms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50292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order-service (port 3000, public) calls inventory-service (port 3001) over localhost — never crosses the network, no security-group rule needed for it.</a:t>
            </a:r>
            <a:endParaRPr lang="en-US" sz="1050" dirty="0"/>
          </a:p>
        </p:txBody>
      </p:sp>
      <p:sp>
        <p:nvSpPr>
          <p:cNvPr id="48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Inventory Service — Instrumented &amp; Monitored Cloud Service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Instrumentation — Logs &amp; Correlation IDs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object per line, no logging library — every field is visible in the code that emits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733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2020824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level, service, event, correlationId + event-specific fields — queryable in CloudWatch Logs Insights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327538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0906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log levels, chosen deliberately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71600" y="3438144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= expected outcome, WARN = handled edge case (bad SKU), ERROR = genuine unexpected failure (downstream unreachable)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52628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469270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5079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ID on every line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71600" y="4855464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order-service generates it if missing, forwards X-Correlation-Id downstream; inventory-service reads or self-generates — never blank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858000" y="1691640"/>
            <a:ext cx="4800600" cy="4206240"/>
          </a:xfrm>
          <a:prstGeom prst="roundRect">
            <a:avLst>
              <a:gd name="adj" fmla="val 2609"/>
            </a:avLst>
          </a:prstGeom>
          <a:solidFill>
            <a:srgbClr val="12173D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178040" y="1920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EVIDENCE — same request, both services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7178040" y="2377440"/>
            <a:ext cx="4206240" cy="1417320"/>
          </a:xfrm>
          <a:prstGeom prst="rect">
            <a:avLst/>
          </a:prstGeom>
          <a:solidFill>
            <a:srgbClr val="0D1130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"service":"inventory-service",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"event":"reservation_succeeded",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"correlationId":"095db674-...23d8",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"sku":"SKU-001", "remainingStock":49 }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7178040" y="3913632"/>
            <a:ext cx="4206240" cy="1234440"/>
          </a:xfrm>
          <a:prstGeom prst="rect">
            <a:avLst/>
          </a:prstGeom>
          <a:solidFill>
            <a:srgbClr val="0D1130"/>
          </a:solidFill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"service":"order-service",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"event":"order_created",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"correlationId":"095db674-...23d8",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"orderId":1, "sku":"SKU-001" }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7178040" y="52578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correlationId ties one order across both services — verified by grep, not assumed.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Inventory Service — Instrumented &amp; Monitored Cloud Service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Instrumentation — 8 Custom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P2OrderInventory · hand-written StatsD sender, zero npm dependencies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METRICS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591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orders_created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63347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orders, tagged by sku — orders/minute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27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order_value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50215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order (USD) — Sum = revenue/period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0965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reservation_failures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37083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reservations by reason + sku — surfaces which SKU is running out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9651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stock_level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523951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stock remaining per SKU — "about to sell out" signal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160020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6002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METRICS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228600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3591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order_errors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46520" y="263347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orders by reason (validation / rejected / unreachable)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315468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227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order_latency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46520" y="350215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order time incl. the inventory-service call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402336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40965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reservation_attempts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46520" y="437083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Traffic/rate signal for inventory-service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489204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9651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reservation_latency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46520" y="523951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whether slowness is order- or inventory-side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Inventory Service — Instrumented &amp; Monitored Cloud Service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Dashboard — P2-Order-Inventory  (backup capture shown below)</a:t>
            </a:r>
            <a:endParaRPr lang="en-US" sz="1300" dirty="0"/>
          </a:p>
        </p:txBody>
      </p:sp>
      <p:pic>
        <p:nvPicPr>
          <p:cNvPr id="4" name="Image 0" descr="/Users/adnannooruddin/Desktop/Weiterbildung Cloud Engineer/project-2-group-project-base-code/evidence/dashboard-screenshots/full-dashboard-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11064240" cy="489204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Inventory Service — Instrumented &amp; Monitored Cloud Service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Golden Signals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widgets — Golden Signals across the top, business detail below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5F8FD"/>
          </a:solidFill>
          <a:ln/>
          <a:effectLst>
            <a:outerShdw sx="100000" sy="100000" kx="0" ky="0" algn="bl" rotWithShape="0" blurRad="101600" dist="38100" dir="5400000">
              <a:srgbClr val="1217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1442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+ reservation attempts / min. A flat line when load is expected means requests aren't reaching the app.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5F8FD"/>
          </a:solidFill>
          <a:ln/>
          <a:effectLst>
            <a:outerShdw sx="100000" sy="100000" kx="0" ky="0" algn="bl" rotWithShape="0" blurRad="101600" dist="38100" dir="5400000">
              <a:srgbClr val="12173D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965960"/>
            <a:ext cx="685800" cy="6858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828" y="21442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11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46520" y="27432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order_errors + reservation_failures, auto-broken out by reason. The specific line spiking tells you the failure type at a glance.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5F8FD"/>
          </a:solidFill>
          <a:ln/>
          <a:effectLst>
            <a:outerShdw sx="100000" sy="100000" kx="0" ky="0" algn="bl" rotWithShape="0" blurRad="101600" dist="38100" dir="5400000">
              <a:srgbClr val="12173D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43388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06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AND p95 for both services — p95 caught a real ~2-3x latency increase during CPU saturation that average alone would have hidden.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172200" y="388620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5F8FD"/>
          </a:solidFill>
          <a:ln/>
          <a:effectLst>
            <a:outerShdw sx="100000" sy="100000" kx="0" ky="0" algn="bl" rotWithShape="0" blurRad="101600" dist="38100" dir="5400000">
              <a:srgbClr val="12173D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160520"/>
            <a:ext cx="685800" cy="6858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433882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206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46520" y="49377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memory / disk %. The only widget that would have caught Incident #1 — a pure-CPU event with zero log output.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Inventory Service — Instrumented &amp; Monitored Cloud Service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Alerting — 6 Tiered Alarms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set from real baseline data pulled from CloudWatch — not guessed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1417320"/>
                <a:gridCol w="1920240"/>
                <a:gridCol w="4480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order-error-rate-warning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A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~0% expected w/ real traffic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order-error-rate-critical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A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Verified: fired at 100% during Incident #2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order-latency-warning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&gt; 200ms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A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3.6-4.5ms, p95 4.1-6.2ms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order-latency-critical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&gt; 1000ms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A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breached, even under load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cpu-critical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A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~0.3-0.6% — verified: fired cleanly at 100% (Incident #1)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memory-warning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A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~34-36%, very stable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alarms: 60s period, 2-of-3 evaluation windows (avoids single-blip false alarms, still alerts within ~2-3 min) · treat_missing_data = notBreaching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Inventory Service — Instrumented &amp; Monitored Cloud Service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Alerting — SNS Email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 — real alarm, real email, not just a configured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51560" cy="10515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6" y="2239366"/>
            <a:ext cx="504749" cy="5047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312724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fires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783080" y="2377440"/>
            <a:ext cx="502920" cy="22860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8" name="Shape 5"/>
          <p:cNvSpPr/>
          <p:nvPr/>
        </p:nvSpPr>
        <p:spPr>
          <a:xfrm>
            <a:off x="2377440" y="1965960"/>
            <a:ext cx="1051560" cy="10515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846" y="2239366"/>
            <a:ext cx="504749" cy="5047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57400" y="312724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Topic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520440" y="2377440"/>
            <a:ext cx="502920" cy="22860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2" name="Shape 8"/>
          <p:cNvSpPr/>
          <p:nvPr/>
        </p:nvSpPr>
        <p:spPr>
          <a:xfrm>
            <a:off x="4114800" y="1965960"/>
            <a:ext cx="1051560" cy="1051560"/>
          </a:xfrm>
          <a:prstGeom prst="ellipse">
            <a:avLst/>
          </a:prstGeom>
          <a:solidFill>
            <a:srgbClr val="2E9E6D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206" y="2239366"/>
            <a:ext cx="504749" cy="5047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94760" y="312724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delivered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40080" y="37033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reverses (ALARM -&gt; OK) -&gt; a second email confirms recovery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709160"/>
            <a:ext cx="5760720" cy="1234440"/>
          </a:xfrm>
          <a:prstGeom prst="roundRect">
            <a:avLst>
              <a:gd name="adj" fmla="val 7407"/>
            </a:avLst>
          </a:prstGeom>
          <a:solidFill>
            <a:srgbClr val="F5F8FD"/>
          </a:solidFill>
          <a:ln/>
        </p:spPr>
      </p:sp>
      <p:sp>
        <p:nvSpPr>
          <p:cNvPr id="17" name="Text 12"/>
          <p:cNvSpPr/>
          <p:nvPr/>
        </p:nvSpPr>
        <p:spPr>
          <a:xfrm>
            <a:off x="777240" y="4828032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"...cpu-critical...entered the ALARM state, because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"Threshold Crossed: 2 out of the last 3 datapoints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[100.0, 100.0] were greater than the threshold (80.0)"...'</a:t>
            </a:r>
            <a:endParaRPr lang="en-US" sz="950" dirty="0"/>
          </a:p>
        </p:txBody>
      </p:sp>
      <p:pic>
        <p:nvPicPr>
          <p:cNvPr id="18" name="Image 3" descr="/Users/adnannooruddin/Desktop/Weiterbildung Cloud Engineer/project-2-group-project-base-code/evidence/alert-screenshots/incident-1-cpu-alarm-email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20840" y="1554480"/>
            <a:ext cx="4937760" cy="443484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2173D">
                <a:alpha val="30000"/>
              </a:srgbClr>
            </a:outerShdw>
          </a:effectLst>
        </p:spPr>
      </p:pic>
      <p:sp>
        <p:nvSpPr>
          <p:cNvPr id="19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Inventory Service — Instrumented &amp; Monitored Cloud Service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#1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CPU (Injected)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18223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7190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2286000"/>
            <a:ext cx="27249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pegged at 100% for 4 min (stress-ng --cpu 2). cpu-critical alarm: OK -&gt; ALARM at 08:25 UTC.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199" y="182239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42232" y="17190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520440" y="2286000"/>
            <a:ext cx="27249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application log output — a pure infrastructure event only the resource-metrics widget could surface.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401695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39136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&amp; fix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48640" y="4480560"/>
            <a:ext cx="27249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injection, self-resolving timeout. CPU + alarm both back to baseline within 4 minutes, no intervention needed.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520440" y="38862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199" y="4016959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142232" y="39136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3520440" y="4480560"/>
            <a:ext cx="27249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logs alone would have missed this entirely — confirms the value of OS-level metrics alongside application logs.</a:t>
            </a:r>
            <a:endParaRPr lang="en-US" sz="1000" dirty="0"/>
          </a:p>
        </p:txBody>
      </p:sp>
      <p:pic>
        <p:nvPicPr>
          <p:cNvPr id="21" name="Image 4" descr="/Users/adnannooruddin/Desktop/Weiterbildung Cloud Engineer/project-2-group-project-base-code/evidence/incident-screenshots/incident-1-cpu-saturation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92240" y="1600200"/>
            <a:ext cx="5166360" cy="4389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2173D">
                <a:alpha val="30000"/>
              </a:srgbClr>
            </a:outerShdw>
          </a:effectLst>
        </p:spPr>
      </p:pic>
      <p:sp>
        <p:nvSpPr>
          <p:cNvPr id="22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Inventory Service — Instrumented &amp; Monitored Cloud Service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#2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Downstream Dependency Failure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18223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7190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2286000"/>
            <a:ext cx="27249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inventory-service stopped via pm2. 100% of orders -&gt; 502, ERROR-level inventory_service_unreachable on every request.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199" y="182239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42232" y="17190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520440" y="2286000"/>
            <a:ext cx="27249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ECONNREFUSED across every request — the signature of a dependency outage, distinct from ordinary bad-SKU input.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401695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39136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&amp; fix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48640" y="4480560"/>
            <a:ext cx="27249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 start inventory-service. Recovery confirmed with a real successful order within ~2 minutes; both error-rate alarms cleared.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520440" y="3886200"/>
            <a:ext cx="502920" cy="50292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199" y="4016959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142232" y="39136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3520440" y="4480560"/>
            <a:ext cx="27249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order-service has NO request timeout on the inventory-service call — a real production-readiness gap this test exposed.</a:t>
            </a:r>
            <a:endParaRPr lang="en-US" sz="1000" dirty="0"/>
          </a:p>
        </p:txBody>
      </p:sp>
      <p:pic>
        <p:nvPicPr>
          <p:cNvPr id="21" name="Image 4" descr="/Users/adnannooruddin/Desktop/Weiterbildung Cloud Engineer/project-2-group-project-base-code/evidence/incident-screenshots/incident-2-error-spik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92240" y="1600200"/>
            <a:ext cx="5166360" cy="4389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2173D">
                <a:alpha val="30000"/>
              </a:srgbClr>
            </a:outerShdw>
          </a:effectLst>
        </p:spPr>
      </p:pic>
      <p:sp>
        <p:nvSpPr>
          <p:cNvPr id="22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Inventory Service — Instrumented &amp; Monitored Cloud Service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#3 — COMPLEX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Saturation + Traffic Surge, Simultaneously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correlation question Incident #1 left open — this time load and traffic overlap on purpose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order_latency (ms) — baseline vs. under load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5349240"/>
            <a:ext cx="6492240" cy="0"/>
          </a:xfrm>
          <a:prstGeom prst="line">
            <a:avLst/>
          </a:prstGeom>
          <a:noFill/>
          <a:ln w="12700">
            <a:solidFill>
              <a:srgbClr val="D6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0016" y="4666194"/>
            <a:ext cx="685800" cy="683046"/>
          </a:xfrm>
          <a:prstGeom prst="roundRect">
            <a:avLst>
              <a:gd name="adj" fmla="val 5355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98576" y="439187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85544" y="3846539"/>
            <a:ext cx="685800" cy="1502701"/>
          </a:xfrm>
          <a:prstGeom prst="roundRect">
            <a:avLst>
              <a:gd name="adj" fmla="val 5333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1594104" y="3572219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5440680"/>
            <a:ext cx="216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54096" y="4478357"/>
            <a:ext cx="685800" cy="870883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2962656" y="4204037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9624" y="2975656"/>
            <a:ext cx="685800" cy="2373584"/>
          </a:xfrm>
          <a:prstGeom prst="roundRect">
            <a:avLst>
              <a:gd name="adj" fmla="val 5333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3758184" y="2701336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12720" y="5440680"/>
            <a:ext cx="216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18176" y="4256367"/>
            <a:ext cx="685800" cy="1092873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126736" y="3982047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13704" y="2514600"/>
            <a:ext cx="685800" cy="2834640"/>
          </a:xfrm>
          <a:prstGeom prst="roundRect">
            <a:avLst>
              <a:gd name="adj" fmla="val 5333"/>
            </a:avLst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5922264" y="224028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76800" y="5440680"/>
            <a:ext cx="216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920240" y="595274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2194560" y="5916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(no load)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6240" y="595274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5916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CPU + traffic load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0" y="2011680"/>
            <a:ext cx="4343400" cy="41148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89520" y="2286000"/>
            <a:ext cx="685800" cy="6858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7828" y="2464308"/>
            <a:ext cx="329184" cy="32918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412480" y="24231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finding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589520" y="3063240"/>
            <a:ext cx="379476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~2-3x</a:t>
            </a:r>
            <a:endParaRPr lang="en-US" sz="260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latency, directly caused by CPU contention — real, measurable, proven with overlapping data.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12-18x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200ms warning threshold — confirming the threshold has real headroom, not miscalibrated.</a:t>
            </a:r>
            <a:endParaRPr lang="en-US" sz="260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Inventory Service — Instrumented &amp; Monitored Cloud Service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Learnings &amp; Production-Readiness Gaps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three real, investigated incidents actually taught 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88476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5564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request timeout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25880" y="21031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order-service's call to inventory-service has no bound — a hung (not just stopped) dependency could cascade. Found by Incident #2, not assumed.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771729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64261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 lag reality by ~2-3 min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325880" y="299008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 (M-of-N evaluation avoids single-blip false alarms) — but means "alarm cleared" and "problem fixed" aren't the same instant.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548640" y="3511296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658697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52958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alarms fire is itself diagnostic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325880" y="3877056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Saturation-only vs. errors-only vs. both pointed to three different root causes before a single log was opened.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548640" y="4398264"/>
            <a:ext cx="566928" cy="566928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4545665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41655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Agent adds hidden dimensions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325880" y="4764024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metric_type dimension we never configured, discovered only by querying real data — led to using SEARCH() over hardcoded dashboard references.</a:t>
            </a:r>
            <a:endParaRPr lang="en-US" sz="1080" dirty="0"/>
          </a:p>
        </p:txBody>
      </p:sp>
      <p:sp>
        <p:nvSpPr>
          <p:cNvPr id="20" name="Shape 14"/>
          <p:cNvSpPr/>
          <p:nvPr/>
        </p:nvSpPr>
        <p:spPr>
          <a:xfrm>
            <a:off x="548640" y="5285232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5432633"/>
            <a:ext cx="272125" cy="2721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53035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≠ severity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325880" y="565099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contention measurably raised latency (2-3x) without being remotely alarm-worthy — proved with data instead of assumed either way.</a:t>
            </a:r>
            <a:endParaRPr lang="en-US" sz="108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Inventory Service — Instrumented &amp; Monitored Cloud Service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2173D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200400"/>
            <a:ext cx="5943600" cy="5943600"/>
          </a:xfrm>
          <a:prstGeom prst="ellipse">
            <a:avLst/>
          </a:prstGeom>
          <a:solidFill>
            <a:srgbClr val="12173D"/>
          </a:solidFill>
          <a:ln/>
        </p:spPr>
      </p:sp>
      <p:sp>
        <p:nvSpPr>
          <p:cNvPr id="4" name="Shape 2"/>
          <p:cNvSpPr/>
          <p:nvPr/>
        </p:nvSpPr>
        <p:spPr>
          <a:xfrm>
            <a:off x="5547208" y="1737360"/>
            <a:ext cx="1097280" cy="109728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12173D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2022653"/>
            <a:ext cx="526694" cy="5266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06324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97764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 · 8 custom metrics · Golden Signals dashboard · 6 tiered alarms · 3 real investigated incidents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Adnan Nooruddin  ·  Order &amp; Inventory Service  ·  eu-north-1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Instrumented &amp; Monitored Cloud Service</dc:title>
  <dc:subject>PptxGenJS Presentation</dc:subject>
  <dc:creator>Adnan Nooruddin</dc:creator>
  <cp:lastModifiedBy>Adnan Nooruddin</cp:lastModifiedBy>
  <cp:revision>1</cp:revision>
  <dcterms:created xsi:type="dcterms:W3CDTF">2026-08-14T09:41:26Z</dcterms:created>
  <dcterms:modified xsi:type="dcterms:W3CDTF">2026-08-14T09:41:26Z</dcterms:modified>
</cp:coreProperties>
</file>